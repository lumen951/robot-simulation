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69184" autoAdjust="0"/>
  </p:normalViewPr>
  <p:slideViewPr>
    <p:cSldViewPr snapToGrid="0" showGuides="1">
      <p:cViewPr varScale="1">
        <p:scale>
          <a:sx n="61" d="100"/>
          <a:sy n="61" d="100"/>
        </p:scale>
        <p:origin x="1275" y="30"/>
      </p:cViewPr>
      <p:guideLst>
        <p:guide pos="416"/>
        <p:guide pos="7256"/>
        <p:guide orient="horz" pos="648"/>
        <p:guide orient="horz" pos="712"/>
        <p:guide orient="horz" pos="3906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36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15CB0-A70D-433A-8B09-FCE6A7C6EC6C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850EE-2B65-4435-874F-F14E9AA496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2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406dbadb-c10c-43d6-b4f3-f07e3a0b5121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32cbba83-7a84-4b06-acc2-987bebcc9253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65ef743a-2468-416b-b3c8-e497430422c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5b1e153-81e7-4c2e-a3be-68016c177f12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57e455fb-9b76-40d2-8d19-81b5d04dc619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79421cf1-4637-4c20-a669-ffb3024eb944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f7e1d6e7-980a-436c-95c7-a6c49de193db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660400" y="1089025"/>
            <a:ext cx="6363398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575051"/>
            <a:ext cx="6363398" cy="129919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d8717cf3-000f-493b-92a9-efb8c05bb68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88e0fcb4-811b-484f-9298-406eec5d264d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24e4010-0ced-435f-bcf8-a79a07d028c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be966adb-5269-4a40-a671-d2649c7db09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7fbdde7d-809c-4e85-b7f5-eca26f026f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e4dad07-c52f-4db1-b6c1-019ff7edd50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3fcb460-8f56-4a79-825f-e38afbefc78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d2c0591-e19c-48fc-a7f8-759cf73a995d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内容占位符 2" descr="67a0cbf9-586d-417a-8223-5b6925270a29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eac3f240-9f63-4c65-a7a9-df22b90e600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 descr="7bacd0fd-6e26-43c2-af76-42d2ede14a6d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 descr="c7367640-10de-4f33-9642-4048ebdf1cf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直接连接符 9" descr="7358ec63-55ce-4654-ad01-eb1c68f3b25d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>
                <a:alpha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 descr="92145be0-e7f2-4b46-b53c-4138553c34c0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4" name="组合 23" descr="cfe686fb-c194-41fa-beae-a038dcd6ed27"/>
          <p:cNvGrpSpPr/>
          <p:nvPr/>
        </p:nvGrpSpPr>
        <p:grpSpPr>
          <a:xfrm>
            <a:off x="0" y="0"/>
            <a:ext cx="12191998" cy="1044514"/>
            <a:chOff x="0" y="-399728"/>
            <a:chExt cx="13815102" cy="1183569"/>
          </a:xfrm>
        </p:grpSpPr>
        <p:sp>
          <p:nvSpPr>
            <p:cNvPr id="21" name="任意多边形: 形状 20" descr="45b59fab-cd0f-489b-b405-4bbac6931e5f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>
                <a:gd name="connsiteX0" fmla="*/ 13814622 w 13815102"/>
                <a:gd name="connsiteY0" fmla="*/ -466 h 1183569"/>
                <a:gd name="connsiteX1" fmla="*/ 13814622 w 13815102"/>
                <a:gd name="connsiteY1" fmla="*/ 633122 h 1183569"/>
                <a:gd name="connsiteX2" fmla="*/ 6676676 w 13815102"/>
                <a:gd name="connsiteY2" fmla="*/ 762720 h 1183569"/>
                <a:gd name="connsiteX3" fmla="*/ -480 w 13815102"/>
                <a:gd name="connsiteY3" fmla="*/ 762720 h 1183569"/>
                <a:gd name="connsiteX4" fmla="*/ -480 w 13815102"/>
                <a:gd name="connsiteY4" fmla="*/ -466 h 118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 descr="6258e5dc-2562-45fb-a319-531b01930e4f"/>
            <p:cNvSpPr/>
            <p:nvPr/>
          </p:nvSpPr>
          <p:spPr>
            <a:xfrm>
              <a:off x="6734755" y="205070"/>
              <a:ext cx="6811073" cy="532993"/>
            </a:xfrm>
            <a:custGeom>
              <a:avLst/>
              <a:gdLst>
                <a:gd name="connsiteX0" fmla="*/ 613812 w 6811073"/>
                <a:gd name="connsiteY0" fmla="*/ 234527 h 532993"/>
                <a:gd name="connsiteX1" fmla="*/ -480 w 6811073"/>
                <a:gd name="connsiteY1" fmla="*/ 304798 h 532993"/>
                <a:gd name="connsiteX2" fmla="*/ 6415608 w 6811073"/>
                <a:gd name="connsiteY2" fmla="*/ 297310 h 532993"/>
                <a:gd name="connsiteX3" fmla="*/ 6810593 w 6811073"/>
                <a:gd name="connsiteY3" fmla="*/ 251663 h 532993"/>
                <a:gd name="connsiteX4" fmla="*/ 6810593 w 6811073"/>
                <a:gd name="connsiteY4" fmla="*/ 234527 h 532993"/>
                <a:gd name="connsiteX5" fmla="*/ 613812 w 6811073"/>
                <a:gd name="connsiteY5" fmla="*/ 234527 h 53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 w="143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6c09d0d0-2163-4ebd-ba10-05052c5b0aa3"/>
          <p:cNvGrpSpPr/>
          <p:nvPr/>
        </p:nvGrpSpPr>
        <p:grpSpPr>
          <a:xfrm flipH="1">
            <a:off x="0" y="0"/>
            <a:ext cx="12192000" cy="6542088"/>
            <a:chOff x="0" y="0"/>
            <a:chExt cx="12192000" cy="6542088"/>
          </a:xfrm>
        </p:grpSpPr>
        <p:sp>
          <p:nvSpPr>
            <p:cNvPr id="3" name="任意多边形: 形状 2" descr="2b1b37cd-1b33-47ba-ac03-02c62328061c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blipFill>
              <a:blip r:embed="rId2"/>
              <a:stretch>
                <a:fillRect t="-3239" b="-323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: 形状 6" descr="3eeab99a-5dcc-43a9-8dd5-dabcea8147b7"/>
            <p:cNvSpPr/>
            <p:nvPr/>
          </p:nvSpPr>
          <p:spPr bwMode="auto">
            <a:xfrm>
              <a:off x="0" y="0"/>
              <a:ext cx="12192000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73000"/>
                  </a:schemeClr>
                </a:gs>
                <a:gs pos="82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 descr="c9de2f25-f493-464a-9b2f-91115930b340"/>
            <p:cNvSpPr/>
            <p:nvPr/>
          </p:nvSpPr>
          <p:spPr bwMode="auto">
            <a:xfrm>
              <a:off x="6661150" y="5505450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 descr="df5feb39-6ced-49ae-a60e-4d0c2ce04999"/>
            <p:cNvSpPr/>
            <p:nvPr/>
          </p:nvSpPr>
          <p:spPr bwMode="auto">
            <a:xfrm>
              <a:off x="5424487" y="4521200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98000">
                  <a:schemeClr val="accent1">
                    <a:alpha val="24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" name="标题 4" descr="10ac89b2-8307-4ad3-ab99-1c0711753f25"/>
          <p:cNvSpPr>
            <a:spLocks noGrp="1"/>
          </p:cNvSpPr>
          <p:nvPr>
            <p:ph type="title" hasCustomPrompt="1"/>
          </p:nvPr>
        </p:nvSpPr>
        <p:spPr>
          <a:xfrm>
            <a:off x="6094234" y="1840730"/>
            <a:ext cx="5424666" cy="146025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e9044926-67dc-4dd8-b97f-4a0dabad36e7"/>
          <p:cNvSpPr>
            <a:spLocks noGrp="1"/>
          </p:cNvSpPr>
          <p:nvPr>
            <p:ph type="body" sz="quarter" idx="1" hasCustomPrompt="1"/>
          </p:nvPr>
        </p:nvSpPr>
        <p:spPr>
          <a:xfrm>
            <a:off x="6094234" y="3312842"/>
            <a:ext cx="5424666" cy="759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d7400934-27ab-4acf-84b6-6912c959928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2026/3/6</a:t>
            </a:fld>
            <a:endParaRPr lang="en-US" altLang="zh-CN"/>
          </a:p>
        </p:txBody>
      </p:sp>
      <p:sp>
        <p:nvSpPr>
          <p:cNvPr id="6" name="页脚占位符 5" descr="acffe9f6-5a4c-4784-b665-c9ac5e5b66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灯片编号占位符 7" descr="3db35e2a-752a-4e23-b12f-875eecbf0d9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4ab1a47-2c89-438e-a724-553c73d82f4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e6a53de5-0c1b-4ef0-b1a2-aa90a1af79d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07879b0e-50d9-4a4f-a933-169074a9086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a3843385-33d2-482e-8e6f-6aefa3d264b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e3dc54c-9795-4a07-9042-09fd6798136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3382e854-e172-4ce5-bafa-88f8f0e436f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b499ede5-fe93-43ed-90e4-43b4fa397aa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02c5aec8-7f90-4eba-bc95-787397110e9c"/>
          <p:cNvGrpSpPr/>
          <p:nvPr/>
        </p:nvGrpSpPr>
        <p:grpSpPr>
          <a:xfrm>
            <a:off x="0" y="-8229"/>
            <a:ext cx="12192000" cy="6866230"/>
            <a:chOff x="0" y="-8229"/>
            <a:chExt cx="12192000" cy="6866230"/>
          </a:xfrm>
        </p:grpSpPr>
        <p:sp>
          <p:nvSpPr>
            <p:cNvPr id="11" name="矩形 10" descr="fdf885fa-1a9f-4fb0-992f-3bceec5a8c01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tretch>
                <a:fillRect t="-787" b="-787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6" name="任意多边形: 形状 15" descr="2f589470-d377-4c74-89f5-8b916c1eb4b5"/>
            <p:cNvSpPr/>
            <p:nvPr/>
          </p:nvSpPr>
          <p:spPr bwMode="auto">
            <a:xfrm>
              <a:off x="1" y="-8229"/>
              <a:ext cx="12191999" cy="6542088"/>
            </a:xfrm>
            <a:custGeom>
              <a:avLst/>
              <a:gdLst>
                <a:gd name="T0" fmla="*/ 3756 w 3756"/>
                <a:gd name="T1" fmla="*/ 1952 h 2014"/>
                <a:gd name="T2" fmla="*/ 3671 w 3756"/>
                <a:gd name="T3" fmla="*/ 1964 h 2014"/>
                <a:gd name="T4" fmla="*/ 2608 w 3756"/>
                <a:gd name="T5" fmla="*/ 1936 h 2014"/>
                <a:gd name="T6" fmla="*/ 2287 w 3756"/>
                <a:gd name="T7" fmla="*/ 1873 h 2014"/>
                <a:gd name="T8" fmla="*/ 1638 w 3756"/>
                <a:gd name="T9" fmla="*/ 1706 h 2014"/>
                <a:gd name="T10" fmla="*/ 1367 w 3756"/>
                <a:gd name="T11" fmla="*/ 1638 h 2014"/>
                <a:gd name="T12" fmla="*/ 0 w 3756"/>
                <a:gd name="T13" fmla="*/ 1608 h 2014"/>
                <a:gd name="T14" fmla="*/ 0 w 3756"/>
                <a:gd name="T15" fmla="*/ 1608 h 2014"/>
                <a:gd name="T16" fmla="*/ 0 w 3756"/>
                <a:gd name="T17" fmla="*/ 0 h 2014"/>
                <a:gd name="T18" fmla="*/ 3756 w 3756"/>
                <a:gd name="T19" fmla="*/ 0 h 2014"/>
                <a:gd name="T20" fmla="*/ 3756 w 3756"/>
                <a:gd name="T21" fmla="*/ 1952 h 2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6" h="2013">
                  <a:moveTo>
                    <a:pt x="3756" y="1952"/>
                  </a:moveTo>
                  <a:cubicBezTo>
                    <a:pt x="3671" y="1964"/>
                    <a:pt x="3671" y="1964"/>
                    <a:pt x="3671" y="1964"/>
                  </a:cubicBezTo>
                  <a:cubicBezTo>
                    <a:pt x="3318" y="2014"/>
                    <a:pt x="2958" y="2005"/>
                    <a:pt x="2608" y="1936"/>
                  </a:cubicBezTo>
                  <a:cubicBezTo>
                    <a:pt x="2287" y="1873"/>
                    <a:pt x="2287" y="1873"/>
                    <a:pt x="2287" y="1873"/>
                  </a:cubicBezTo>
                  <a:cubicBezTo>
                    <a:pt x="1638" y="1706"/>
                    <a:pt x="1638" y="1706"/>
                    <a:pt x="1638" y="1706"/>
                  </a:cubicBezTo>
                  <a:cubicBezTo>
                    <a:pt x="1367" y="1638"/>
                    <a:pt x="1367" y="1638"/>
                    <a:pt x="1367" y="1638"/>
                  </a:cubicBezTo>
                  <a:cubicBezTo>
                    <a:pt x="919" y="1525"/>
                    <a:pt x="452" y="1515"/>
                    <a:pt x="0" y="1608"/>
                  </a:cubicBezTo>
                  <a:cubicBezTo>
                    <a:pt x="0" y="1608"/>
                    <a:pt x="0" y="1608"/>
                    <a:pt x="0" y="160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756" y="0"/>
                    <a:pt x="3756" y="0"/>
                    <a:pt x="3756" y="0"/>
                  </a:cubicBezTo>
                  <a:lnTo>
                    <a:pt x="3756" y="1952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95000"/>
                  </a:schemeClr>
                </a:gs>
                <a:gs pos="47000">
                  <a:schemeClr val="accent1">
                    <a:alpha val="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: 形状 5" descr="045dbaa4-986c-4cd5-85fa-5969d6d6c86c"/>
            <p:cNvSpPr/>
            <p:nvPr/>
          </p:nvSpPr>
          <p:spPr>
            <a:xfrm>
              <a:off x="0" y="5018704"/>
              <a:ext cx="12192000" cy="1839297"/>
            </a:xfrm>
            <a:custGeom>
              <a:avLst/>
              <a:gdLst>
                <a:gd name="connsiteX0" fmla="*/ 1944410 w 12192000"/>
                <a:gd name="connsiteY0" fmla="*/ 196 h 1839297"/>
                <a:gd name="connsiteX1" fmla="*/ 4437291 w 12192000"/>
                <a:gd name="connsiteY1" fmla="*/ 302022 h 1839297"/>
                <a:gd name="connsiteX2" fmla="*/ 5316959 w 12192000"/>
                <a:gd name="connsiteY2" fmla="*/ 522907 h 1839297"/>
                <a:gd name="connsiteX3" fmla="*/ 7423617 w 12192000"/>
                <a:gd name="connsiteY3" fmla="*/ 1065374 h 1839297"/>
                <a:gd name="connsiteX4" fmla="*/ 8465585 w 12192000"/>
                <a:gd name="connsiteY4" fmla="*/ 1270017 h 1839297"/>
                <a:gd name="connsiteX5" fmla="*/ 11916089 w 12192000"/>
                <a:gd name="connsiteY5" fmla="*/ 1360970 h 1839297"/>
                <a:gd name="connsiteX6" fmla="*/ 12192000 w 12192000"/>
                <a:gd name="connsiteY6" fmla="*/ 1321990 h 1839297"/>
                <a:gd name="connsiteX7" fmla="*/ 12192000 w 12192000"/>
                <a:gd name="connsiteY7" fmla="*/ 1839297 h 1839297"/>
                <a:gd name="connsiteX8" fmla="*/ 0 w 12192000"/>
                <a:gd name="connsiteY8" fmla="*/ 1839297 h 1839297"/>
                <a:gd name="connsiteX9" fmla="*/ 0 w 12192000"/>
                <a:gd name="connsiteY9" fmla="*/ 204573 h 1839297"/>
                <a:gd name="connsiteX10" fmla="*/ 1944410 w 12192000"/>
                <a:gd name="connsiteY10" fmla="*/ 196 h 1839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1839297">
                  <a:moveTo>
                    <a:pt x="1944410" y="196"/>
                  </a:moveTo>
                  <a:cubicBezTo>
                    <a:pt x="2781790" y="-5057"/>
                    <a:pt x="3619297" y="95552"/>
                    <a:pt x="4437291" y="302022"/>
                  </a:cubicBezTo>
                  <a:cubicBezTo>
                    <a:pt x="4437291" y="302022"/>
                    <a:pt x="4437291" y="302022"/>
                    <a:pt x="5316959" y="522907"/>
                  </a:cubicBezTo>
                  <a:cubicBezTo>
                    <a:pt x="5316959" y="522907"/>
                    <a:pt x="5316959" y="522907"/>
                    <a:pt x="7423617" y="1065374"/>
                  </a:cubicBezTo>
                  <a:cubicBezTo>
                    <a:pt x="7423617" y="1065374"/>
                    <a:pt x="7423617" y="1065374"/>
                    <a:pt x="8465585" y="1270017"/>
                  </a:cubicBezTo>
                  <a:cubicBezTo>
                    <a:pt x="9601687" y="1494150"/>
                    <a:pt x="10770249" y="1523385"/>
                    <a:pt x="11916089" y="1360970"/>
                  </a:cubicBezTo>
                  <a:cubicBezTo>
                    <a:pt x="11916089" y="1360970"/>
                    <a:pt x="11916089" y="1360970"/>
                    <a:pt x="12192000" y="1321990"/>
                  </a:cubicBezTo>
                  <a:lnTo>
                    <a:pt x="12192000" y="1839297"/>
                  </a:lnTo>
                  <a:lnTo>
                    <a:pt x="0" y="1839297"/>
                  </a:lnTo>
                  <a:lnTo>
                    <a:pt x="0" y="204573"/>
                  </a:lnTo>
                  <a:cubicBezTo>
                    <a:pt x="641898" y="72408"/>
                    <a:pt x="1293115" y="4282"/>
                    <a:pt x="1944410" y="196"/>
                  </a:cubicBezTo>
                  <a:close/>
                </a:path>
              </a:pathLst>
            </a:custGeom>
            <a:gradFill flip="none" rotWithShape="1">
              <a:gsLst>
                <a:gs pos="4400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: 形状 11" descr="3ac059d3-ab00-416c-a5cb-39b595370976"/>
            <p:cNvSpPr/>
            <p:nvPr/>
          </p:nvSpPr>
          <p:spPr bwMode="auto">
            <a:xfrm>
              <a:off x="6661150" y="5519964"/>
              <a:ext cx="5530850" cy="1036638"/>
            </a:xfrm>
            <a:custGeom>
              <a:avLst/>
              <a:gdLst>
                <a:gd name="T0" fmla="*/ 723 w 1704"/>
                <a:gd name="T1" fmla="*/ 147 h 319"/>
                <a:gd name="T2" fmla="*/ 396 w 1704"/>
                <a:gd name="T3" fmla="*/ 144 h 319"/>
                <a:gd name="T4" fmla="*/ 0 w 1704"/>
                <a:gd name="T5" fmla="*/ 118 h 319"/>
                <a:gd name="T6" fmla="*/ 235 w 1704"/>
                <a:gd name="T7" fmla="*/ 178 h 319"/>
                <a:gd name="T8" fmla="*/ 556 w 1704"/>
                <a:gd name="T9" fmla="*/ 241 h 319"/>
                <a:gd name="T10" fmla="*/ 1619 w 1704"/>
                <a:gd name="T11" fmla="*/ 269 h 319"/>
                <a:gd name="T12" fmla="*/ 1704 w 1704"/>
                <a:gd name="T13" fmla="*/ 257 h 319"/>
                <a:gd name="T14" fmla="*/ 1704 w 1704"/>
                <a:gd name="T15" fmla="*/ 0 h 319"/>
                <a:gd name="T16" fmla="*/ 723 w 1704"/>
                <a:gd name="T17" fmla="*/ 14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4" h="319">
                  <a:moveTo>
                    <a:pt x="723" y="147"/>
                  </a:moveTo>
                  <a:cubicBezTo>
                    <a:pt x="396" y="144"/>
                    <a:pt x="396" y="144"/>
                    <a:pt x="396" y="14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235" y="178"/>
                    <a:pt x="235" y="178"/>
                    <a:pt x="235" y="178"/>
                  </a:cubicBezTo>
                  <a:cubicBezTo>
                    <a:pt x="556" y="241"/>
                    <a:pt x="556" y="241"/>
                    <a:pt x="556" y="241"/>
                  </a:cubicBezTo>
                  <a:cubicBezTo>
                    <a:pt x="906" y="310"/>
                    <a:pt x="1266" y="319"/>
                    <a:pt x="1619" y="269"/>
                  </a:cubicBezTo>
                  <a:cubicBezTo>
                    <a:pt x="1704" y="257"/>
                    <a:pt x="1704" y="257"/>
                    <a:pt x="1704" y="257"/>
                  </a:cubicBezTo>
                  <a:cubicBezTo>
                    <a:pt x="1704" y="0"/>
                    <a:pt x="1704" y="0"/>
                    <a:pt x="1704" y="0"/>
                  </a:cubicBezTo>
                  <a:cubicBezTo>
                    <a:pt x="1387" y="100"/>
                    <a:pt x="1056" y="149"/>
                    <a:pt x="723" y="147"/>
                  </a:cubicBezTo>
                  <a:close/>
                </a:path>
              </a:pathLst>
            </a:custGeom>
            <a:gradFill flip="none" rotWithShape="1">
              <a:gsLst>
                <a:gs pos="28000">
                  <a:schemeClr val="accent1">
                    <a:alpha val="66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: 形状 12" descr="d73a1009-9118-4851-9cdf-9f459cc7cadf"/>
            <p:cNvSpPr/>
            <p:nvPr/>
          </p:nvSpPr>
          <p:spPr bwMode="auto">
            <a:xfrm>
              <a:off x="5424487" y="4535714"/>
              <a:ext cx="6767513" cy="1468438"/>
            </a:xfrm>
            <a:custGeom>
              <a:avLst/>
              <a:gdLst>
                <a:gd name="T0" fmla="*/ 1129 w 2085"/>
                <a:gd name="T1" fmla="*/ 253 h 452"/>
                <a:gd name="T2" fmla="*/ 803 w 2085"/>
                <a:gd name="T3" fmla="*/ 286 h 452"/>
                <a:gd name="T4" fmla="*/ 135 w 2085"/>
                <a:gd name="T5" fmla="*/ 316 h 452"/>
                <a:gd name="T6" fmla="*/ 0 w 2085"/>
                <a:gd name="T7" fmla="*/ 322 h 452"/>
                <a:gd name="T8" fmla="*/ 381 w 2085"/>
                <a:gd name="T9" fmla="*/ 421 h 452"/>
                <a:gd name="T10" fmla="*/ 777 w 2085"/>
                <a:gd name="T11" fmla="*/ 447 h 452"/>
                <a:gd name="T12" fmla="*/ 1104 w 2085"/>
                <a:gd name="T13" fmla="*/ 450 h 452"/>
                <a:gd name="T14" fmla="*/ 2085 w 2085"/>
                <a:gd name="T15" fmla="*/ 303 h 452"/>
                <a:gd name="T16" fmla="*/ 2085 w 2085"/>
                <a:gd name="T17" fmla="*/ 0 h 452"/>
                <a:gd name="T18" fmla="*/ 1129 w 2085"/>
                <a:gd name="T19" fmla="*/ 25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5" h="452">
                  <a:moveTo>
                    <a:pt x="1129" y="253"/>
                  </a:moveTo>
                  <a:cubicBezTo>
                    <a:pt x="803" y="286"/>
                    <a:pt x="803" y="286"/>
                    <a:pt x="803" y="286"/>
                  </a:cubicBezTo>
                  <a:cubicBezTo>
                    <a:pt x="135" y="316"/>
                    <a:pt x="135" y="316"/>
                    <a:pt x="135" y="316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81" y="421"/>
                    <a:pt x="381" y="421"/>
                    <a:pt x="381" y="421"/>
                  </a:cubicBezTo>
                  <a:cubicBezTo>
                    <a:pt x="777" y="447"/>
                    <a:pt x="777" y="447"/>
                    <a:pt x="777" y="447"/>
                  </a:cubicBezTo>
                  <a:cubicBezTo>
                    <a:pt x="1104" y="450"/>
                    <a:pt x="1104" y="450"/>
                    <a:pt x="1104" y="450"/>
                  </a:cubicBezTo>
                  <a:cubicBezTo>
                    <a:pt x="1437" y="452"/>
                    <a:pt x="1768" y="403"/>
                    <a:pt x="2085" y="303"/>
                  </a:cubicBezTo>
                  <a:cubicBezTo>
                    <a:pt x="2085" y="0"/>
                    <a:pt x="2085" y="0"/>
                    <a:pt x="2085" y="0"/>
                  </a:cubicBezTo>
                  <a:cubicBezTo>
                    <a:pt x="1782" y="133"/>
                    <a:pt x="1459" y="219"/>
                    <a:pt x="1129" y="253"/>
                  </a:cubicBezTo>
                  <a:close/>
                </a:path>
              </a:pathLst>
            </a:custGeom>
            <a:gradFill>
              <a:gsLst>
                <a:gs pos="28000">
                  <a:schemeClr val="accent1"/>
                </a:gs>
                <a:gs pos="100000">
                  <a:schemeClr val="accent1">
                    <a:lumMod val="40000"/>
                    <a:lumOff val="60000"/>
                    <a:alpha val="7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: 形状 18" descr="1a6137ab-10a2-413e-8300-7f4848459c0f"/>
            <p:cNvSpPr/>
            <p:nvPr/>
          </p:nvSpPr>
          <p:spPr>
            <a:xfrm>
              <a:off x="9892976" y="2"/>
              <a:ext cx="2299024" cy="2412075"/>
            </a:xfrm>
            <a:custGeom>
              <a:avLst/>
              <a:gdLst>
                <a:gd name="connsiteX0" fmla="*/ 0 w 2299024"/>
                <a:gd name="connsiteY0" fmla="*/ 0 h 2412075"/>
                <a:gd name="connsiteX1" fmla="*/ 2299024 w 2299024"/>
                <a:gd name="connsiteY1" fmla="*/ 0 h 2412075"/>
                <a:gd name="connsiteX2" fmla="*/ 2299024 w 2299024"/>
                <a:gd name="connsiteY2" fmla="*/ 2412075 h 2412075"/>
                <a:gd name="connsiteX3" fmla="*/ 2289714 w 2299024"/>
                <a:gd name="connsiteY3" fmla="*/ 2399458 h 2412075"/>
                <a:gd name="connsiteX4" fmla="*/ 1726559 w 2299024"/>
                <a:gd name="connsiteY4" fmla="*/ 1636261 h 2412075"/>
                <a:gd name="connsiteX5" fmla="*/ 1372638 w 2299024"/>
                <a:gd name="connsiteY5" fmla="*/ 1165381 h 2412075"/>
                <a:gd name="connsiteX6" fmla="*/ 51131 w 2299024"/>
                <a:gd name="connsiteY6" fmla="*/ 24163 h 24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024" h="2412075">
                  <a:moveTo>
                    <a:pt x="0" y="0"/>
                  </a:moveTo>
                  <a:lnTo>
                    <a:pt x="2299024" y="0"/>
                  </a:lnTo>
                  <a:lnTo>
                    <a:pt x="2299024" y="2412075"/>
                  </a:lnTo>
                  <a:lnTo>
                    <a:pt x="2289714" y="2399458"/>
                  </a:lnTo>
                  <a:cubicBezTo>
                    <a:pt x="1726559" y="1636261"/>
                    <a:pt x="1726559" y="1636261"/>
                    <a:pt x="1726559" y="1636261"/>
                  </a:cubicBezTo>
                  <a:cubicBezTo>
                    <a:pt x="1372638" y="1165381"/>
                    <a:pt x="1372638" y="1165381"/>
                    <a:pt x="1372638" y="1165381"/>
                  </a:cubicBezTo>
                  <a:cubicBezTo>
                    <a:pt x="1007577" y="677844"/>
                    <a:pt x="562298" y="294562"/>
                    <a:pt x="51131" y="2416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标题 4" descr="ca0e2320-aed7-4242-87d4-3f55a3b17134"/>
          <p:cNvSpPr>
            <a:spLocks noGrp="1"/>
          </p:cNvSpPr>
          <p:nvPr>
            <p:ph type="title" hasCustomPrompt="1"/>
          </p:nvPr>
        </p:nvSpPr>
        <p:spPr>
          <a:xfrm>
            <a:off x="660400" y="1089025"/>
            <a:ext cx="4764087" cy="233997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e4aeb906-f5f2-43d5-af80-4612b04da4b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0102"/>
            <a:ext cx="476408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1a255320-ed8a-45c1-adb7-2901b9ae3763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7101"/>
            <a:ext cx="476408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72000">
              <a:schemeClr val="accent1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grpSp>
          <p:nvGrpSpPr>
            <p:cNvPr id="8" name="组合 7"/>
            <p:cNvGrpSpPr/>
            <p:nvPr/>
          </p:nvGrpSpPr>
          <p:grpSpPr>
            <a:xfrm>
              <a:off x="0" y="1"/>
              <a:ext cx="1206500" cy="1605731"/>
              <a:chOff x="0" y="1"/>
              <a:chExt cx="3509740" cy="4671114"/>
            </a:xfrm>
          </p:grpSpPr>
          <p:sp>
            <p:nvSpPr>
              <p:cNvPr id="17" name="任意多边形: 形状 16"/>
              <p:cNvSpPr/>
              <p:nvPr/>
            </p:nvSpPr>
            <p:spPr>
              <a:xfrm>
                <a:off x="0" y="531050"/>
                <a:ext cx="3509740" cy="4140065"/>
              </a:xfrm>
              <a:custGeom>
                <a:avLst/>
                <a:gdLst>
                  <a:gd name="connsiteX0" fmla="*/ 1995878 w 5172248"/>
                  <a:gd name="connsiteY0" fmla="*/ 0 h 6101148"/>
                  <a:gd name="connsiteX1" fmla="*/ 5172248 w 5172248"/>
                  <a:gd name="connsiteY1" fmla="*/ 3050574 h 6101148"/>
                  <a:gd name="connsiteX2" fmla="*/ 1995878 w 5172248"/>
                  <a:gd name="connsiteY2" fmla="*/ 6101148 h 6101148"/>
                  <a:gd name="connsiteX3" fmla="*/ 219939 w 5172248"/>
                  <a:gd name="connsiteY3" fmla="*/ 5580158 h 6101148"/>
                  <a:gd name="connsiteX4" fmla="*/ 0 w 5172248"/>
                  <a:gd name="connsiteY4" fmla="*/ 5422204 h 6101148"/>
                  <a:gd name="connsiteX5" fmla="*/ 0 w 5172248"/>
                  <a:gd name="connsiteY5" fmla="*/ 678944 h 6101148"/>
                  <a:gd name="connsiteX6" fmla="*/ 219939 w 5172248"/>
                  <a:gd name="connsiteY6" fmla="*/ 520990 h 6101148"/>
                  <a:gd name="connsiteX7" fmla="*/ 1995878 w 5172248"/>
                  <a:gd name="connsiteY7" fmla="*/ 0 h 6101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72248" h="6101148">
                    <a:moveTo>
                      <a:pt x="1995878" y="0"/>
                    </a:moveTo>
                    <a:cubicBezTo>
                      <a:pt x="3750139" y="0"/>
                      <a:pt x="5172248" y="1365789"/>
                      <a:pt x="5172248" y="3050574"/>
                    </a:cubicBezTo>
                    <a:cubicBezTo>
                      <a:pt x="5172248" y="4735359"/>
                      <a:pt x="3750139" y="6101148"/>
                      <a:pt x="1995878" y="6101148"/>
                    </a:cubicBezTo>
                    <a:cubicBezTo>
                      <a:pt x="1338030" y="6101148"/>
                      <a:pt x="726891" y="5909084"/>
                      <a:pt x="219939" y="5580158"/>
                    </a:cubicBezTo>
                    <a:lnTo>
                      <a:pt x="0" y="5422204"/>
                    </a:lnTo>
                    <a:lnTo>
                      <a:pt x="0" y="678944"/>
                    </a:lnTo>
                    <a:lnTo>
                      <a:pt x="219939" y="520990"/>
                    </a:lnTo>
                    <a:cubicBezTo>
                      <a:pt x="726891" y="192064"/>
                      <a:pt x="1338030" y="0"/>
                      <a:pt x="1995878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0" y="1"/>
                <a:ext cx="2131542" cy="2105841"/>
              </a:xfrm>
              <a:custGeom>
                <a:avLst/>
                <a:gdLst>
                  <a:gd name="connsiteX0" fmla="*/ 1610596 w 1947314"/>
                  <a:gd name="connsiteY0" fmla="*/ 0 h 1923835"/>
                  <a:gd name="connsiteX1" fmla="*/ 1947314 w 1947314"/>
                  <a:gd name="connsiteY1" fmla="*/ 0 h 1923835"/>
                  <a:gd name="connsiteX2" fmla="*/ 1937664 w 1947314"/>
                  <a:gd name="connsiteY2" fmla="*/ 191112 h 1923835"/>
                  <a:gd name="connsiteX3" fmla="*/ 17567 w 1947314"/>
                  <a:gd name="connsiteY3" fmla="*/ 1923835 h 1923835"/>
                  <a:gd name="connsiteX4" fmla="*/ 0 w 1947314"/>
                  <a:gd name="connsiteY4" fmla="*/ 1922948 h 1923835"/>
                  <a:gd name="connsiteX5" fmla="*/ 0 w 1947314"/>
                  <a:gd name="connsiteY5" fmla="*/ 1586230 h 1923835"/>
                  <a:gd name="connsiteX6" fmla="*/ 17567 w 1947314"/>
                  <a:gd name="connsiteY6" fmla="*/ 1587117 h 1923835"/>
                  <a:gd name="connsiteX7" fmla="*/ 1602684 w 1947314"/>
                  <a:gd name="connsiteY7" fmla="*/ 156684 h 192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47313" h="1923835">
                    <a:moveTo>
                      <a:pt x="1610596" y="0"/>
                    </a:moveTo>
                    <a:lnTo>
                      <a:pt x="1947314" y="0"/>
                    </a:lnTo>
                    <a:lnTo>
                      <a:pt x="1937664" y="191112"/>
                    </a:lnTo>
                    <a:cubicBezTo>
                      <a:pt x="1838825" y="1164356"/>
                      <a:pt x="1016889" y="1923835"/>
                      <a:pt x="17567" y="1923835"/>
                    </a:cubicBezTo>
                    <a:lnTo>
                      <a:pt x="0" y="1922948"/>
                    </a:lnTo>
                    <a:lnTo>
                      <a:pt x="0" y="1586230"/>
                    </a:lnTo>
                    <a:lnTo>
                      <a:pt x="17567" y="1587117"/>
                    </a:lnTo>
                    <a:cubicBezTo>
                      <a:pt x="842548" y="1587117"/>
                      <a:pt x="1521089" y="960137"/>
                      <a:pt x="1602684" y="156684"/>
                    </a:cubicBezTo>
                    <a:close/>
                  </a:path>
                </a:pathLst>
              </a:custGeom>
              <a:gradFill flip="none" rotWithShape="1">
                <a:gsLst>
                  <a:gs pos="39000">
                    <a:schemeClr val="accent1"/>
                  </a:gs>
                  <a:gs pos="100000">
                    <a:schemeClr val="accent1">
                      <a:alpha val="15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0858500" y="5511800"/>
              <a:ext cx="1333500" cy="1346199"/>
              <a:chOff x="10858500" y="5511800"/>
              <a:chExt cx="1333500" cy="1346199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10858500" y="6266282"/>
                <a:ext cx="1333500" cy="591717"/>
              </a:xfrm>
              <a:custGeom>
                <a:avLst/>
                <a:gdLst>
                  <a:gd name="connsiteX0" fmla="*/ 1722638 w 2395738"/>
                  <a:gd name="connsiteY0" fmla="*/ 0 h 1063066"/>
                  <a:gd name="connsiteX1" fmla="*/ 2296579 w 2395738"/>
                  <a:gd name="connsiteY1" fmla="*/ 86772 h 1063066"/>
                  <a:gd name="connsiteX2" fmla="*/ 2395738 w 2395738"/>
                  <a:gd name="connsiteY2" fmla="*/ 123065 h 1063066"/>
                  <a:gd name="connsiteX3" fmla="*/ 2395738 w 2395738"/>
                  <a:gd name="connsiteY3" fmla="*/ 307866 h 1063066"/>
                  <a:gd name="connsiteX4" fmla="*/ 2244925 w 2395738"/>
                  <a:gd name="connsiteY4" fmla="*/ 252668 h 1063066"/>
                  <a:gd name="connsiteX5" fmla="*/ 1722638 w 2395738"/>
                  <a:gd name="connsiteY5" fmla="*/ 173705 h 1063066"/>
                  <a:gd name="connsiteX6" fmla="*/ 266240 w 2395738"/>
                  <a:gd name="connsiteY6" fmla="*/ 948066 h 1063066"/>
                  <a:gd name="connsiteX7" fmla="*/ 196375 w 2395738"/>
                  <a:gd name="connsiteY7" fmla="*/ 1063066 h 1063066"/>
                  <a:gd name="connsiteX8" fmla="*/ 0 w 2395738"/>
                  <a:gd name="connsiteY8" fmla="*/ 1063066 h 1063066"/>
                  <a:gd name="connsiteX9" fmla="*/ 25525 w 2395738"/>
                  <a:gd name="connsiteY9" fmla="*/ 1010080 h 1063066"/>
                  <a:gd name="connsiteX10" fmla="*/ 1722638 w 2395738"/>
                  <a:gd name="connsiteY10" fmla="*/ 0 h 1063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95738" h="1063066">
                    <a:moveTo>
                      <a:pt x="1722638" y="0"/>
                    </a:moveTo>
                    <a:cubicBezTo>
                      <a:pt x="1922502" y="0"/>
                      <a:pt x="2115271" y="30379"/>
                      <a:pt x="2296579" y="86772"/>
                    </a:cubicBezTo>
                    <a:lnTo>
                      <a:pt x="2395738" y="123065"/>
                    </a:lnTo>
                    <a:lnTo>
                      <a:pt x="2395738" y="307866"/>
                    </a:lnTo>
                    <a:lnTo>
                      <a:pt x="2244925" y="252668"/>
                    </a:lnTo>
                    <a:cubicBezTo>
                      <a:pt x="2079935" y="201350"/>
                      <a:pt x="1904515" y="173705"/>
                      <a:pt x="1722638" y="173705"/>
                    </a:cubicBezTo>
                    <a:cubicBezTo>
                      <a:pt x="1116382" y="173705"/>
                      <a:pt x="581870" y="480872"/>
                      <a:pt x="266240" y="948066"/>
                    </a:cubicBezTo>
                    <a:lnTo>
                      <a:pt x="196375" y="1063066"/>
                    </a:lnTo>
                    <a:lnTo>
                      <a:pt x="0" y="1063066"/>
                    </a:lnTo>
                    <a:lnTo>
                      <a:pt x="25525" y="1010080"/>
                    </a:lnTo>
                    <a:cubicBezTo>
                      <a:pt x="352360" y="408431"/>
                      <a:pt x="989802" y="0"/>
                      <a:pt x="1722638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49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108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12045916" y="5511800"/>
                <a:ext cx="146083" cy="275322"/>
              </a:xfrm>
              <a:custGeom>
                <a:avLst/>
                <a:gdLst>
                  <a:gd name="connsiteX0" fmla="*/ 207578 w 220278"/>
                  <a:gd name="connsiteY0" fmla="*/ 0 h 415156"/>
                  <a:gd name="connsiteX1" fmla="*/ 220278 w 220278"/>
                  <a:gd name="connsiteY1" fmla="*/ 1281 h 415156"/>
                  <a:gd name="connsiteX2" fmla="*/ 220278 w 220278"/>
                  <a:gd name="connsiteY2" fmla="*/ 413876 h 415156"/>
                  <a:gd name="connsiteX3" fmla="*/ 207578 w 220278"/>
                  <a:gd name="connsiteY3" fmla="*/ 415156 h 415156"/>
                  <a:gd name="connsiteX4" fmla="*/ 0 w 220278"/>
                  <a:gd name="connsiteY4" fmla="*/ 207578 h 415156"/>
                  <a:gd name="connsiteX5" fmla="*/ 207578 w 220278"/>
                  <a:gd name="connsiteY5" fmla="*/ 0 h 415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278" h="415156">
                    <a:moveTo>
                      <a:pt x="207578" y="0"/>
                    </a:moveTo>
                    <a:lnTo>
                      <a:pt x="220278" y="1281"/>
                    </a:lnTo>
                    <a:lnTo>
                      <a:pt x="220278" y="413876"/>
                    </a:lnTo>
                    <a:lnTo>
                      <a:pt x="207578" y="415156"/>
                    </a:lnTo>
                    <a:cubicBezTo>
                      <a:pt x="92936" y="415156"/>
                      <a:pt x="0" y="322220"/>
                      <a:pt x="0" y="207578"/>
                    </a:cubicBezTo>
                    <a:cubicBezTo>
                      <a:pt x="0" y="92936"/>
                      <a:pt x="92936" y="0"/>
                      <a:pt x="207578" y="0"/>
                    </a:cubicBezTo>
                    <a:close/>
                  </a:path>
                </a:pathLst>
              </a:custGeom>
              <a:solidFill>
                <a:schemeClr val="accent1">
                  <a:alpha val="30000"/>
                </a:schemeClr>
              </a:soli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1377784" y="5938201"/>
                <a:ext cx="534344" cy="534344"/>
              </a:xfrm>
              <a:prstGeom prst="ellipse">
                <a:avLst/>
              </a:prstGeom>
              <a:gradFill flip="none" rotWithShape="1">
                <a:gsLst>
                  <a:gs pos="1000">
                    <a:schemeClr val="accent1">
                      <a:lumMod val="40000"/>
                      <a:lumOff val="60000"/>
                      <a:alpha val="50000"/>
                    </a:schemeClr>
                  </a:gs>
                  <a:gs pos="91000">
                    <a:schemeClr val="accent1"/>
                  </a:gs>
                </a:gsLst>
                <a:lin ang="13500000" scaled="1"/>
              </a:gradFill>
              <a:ln w="19050">
                <a:noFill/>
                <a:round/>
              </a:ln>
            </p:spPr>
            <p:txBody>
              <a:bodyPr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lvl="0" algn="ctr"/>
                <a:endParaRPr lang="zh-CN" altLang="en-US" sz="1200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6544afcb-c56a-465a-b687-07228e4889e0"/>
          <p:cNvSpPr>
            <a:spLocks noGrp="1"/>
          </p:cNvSpPr>
          <p:nvPr>
            <p:ph type="ctrTitle" hasCustomPrompt="1"/>
          </p:nvPr>
        </p:nvSpPr>
        <p:spPr>
          <a:xfrm>
            <a:off x="261259" y="1000899"/>
            <a:ext cx="7144814" cy="1072006"/>
          </a:xfrm>
        </p:spPr>
        <p:txBody>
          <a:bodyPr/>
          <a:lstStyle/>
          <a:p>
            <a:r>
              <a:rPr lang="zh-CN" altLang="en-US" dirty="0"/>
              <a:t>机器人建模与控制仿真</a:t>
            </a:r>
            <a:endParaRPr lang="en-US" dirty="0"/>
          </a:p>
        </p:txBody>
      </p:sp>
      <p:sp>
        <p:nvSpPr>
          <p:cNvPr id="9" name="副标题 8" descr="7488cc55-6641-41ad-a733-d0e7025faf39"/>
          <p:cNvSpPr>
            <a:spLocks noGrp="1"/>
          </p:cNvSpPr>
          <p:nvPr>
            <p:ph type="subTitle" sz="quarter" idx="1" hasCustomPrompt="1"/>
          </p:nvPr>
        </p:nvSpPr>
        <p:spPr>
          <a:xfrm>
            <a:off x="1622696" y="2414367"/>
            <a:ext cx="4550997" cy="523421"/>
          </a:xfrm>
        </p:spPr>
        <p:txBody>
          <a:bodyPr>
            <a:no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Python</a:t>
            </a:r>
            <a:r>
              <a:rPr lang="zh-CN" altLang="en-US" sz="2800" b="1" dirty="0">
                <a:solidFill>
                  <a:srgbClr val="FFFF00"/>
                </a:solidFill>
              </a:rPr>
              <a:t>快速入门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6371E-AF2B-63EB-E971-B2EE67DCD6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987" y="3713090"/>
            <a:ext cx="4479551" cy="1072006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accent4"/>
                </a:solidFill>
              </a:rPr>
              <a:t>汪首坤 教授</a:t>
            </a:r>
            <a:endParaRPr lang="en-US" altLang="zh-CN" sz="2400" dirty="0">
              <a:solidFill>
                <a:schemeClr val="accent4"/>
              </a:solidFill>
            </a:endParaRPr>
          </a:p>
          <a:p>
            <a:r>
              <a:rPr lang="zh-CN" altLang="en-US" sz="2400" dirty="0">
                <a:solidFill>
                  <a:schemeClr val="accent4"/>
                </a:solidFill>
              </a:rPr>
              <a:t>北京理工大学 自动化学院</a:t>
            </a:r>
            <a:endParaRPr lang="en-US" altLang="zh-CN" sz="2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0823BA0-D5C1-8DDE-C853-A3E7C431C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243" y="623006"/>
            <a:ext cx="2707545" cy="63681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准备工作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C0C48C-6CE4-93E6-0560-D5B598BF2612}"/>
              </a:ext>
            </a:extLst>
          </p:cNvPr>
          <p:cNvSpPr txBox="1"/>
          <p:nvPr/>
        </p:nvSpPr>
        <p:spPr>
          <a:xfrm>
            <a:off x="3150669" y="1862964"/>
            <a:ext cx="6923362" cy="2196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1 Python 3.x</a:t>
            </a:r>
            <a:r>
              <a:rPr lang="zh-CN" altLang="en-US" sz="2400" b="1" dirty="0">
                <a:latin typeface="+mn-ea"/>
              </a:rPr>
              <a:t>下载与安装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2 </a:t>
            </a:r>
            <a:r>
              <a:rPr lang="en-US" altLang="zh-CN" sz="2400" b="1" dirty="0" err="1">
                <a:latin typeface="+mn-ea"/>
              </a:rPr>
              <a:t>vscode</a:t>
            </a:r>
            <a:r>
              <a:rPr lang="zh-CN" altLang="en-US" sz="2400" b="1" dirty="0">
                <a:latin typeface="+mn-ea"/>
              </a:rPr>
              <a:t>下载与安装</a:t>
            </a:r>
            <a:endParaRPr lang="en-US" altLang="zh-CN" sz="2400" b="1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+mn-ea"/>
              </a:rPr>
              <a:t>3 </a:t>
            </a:r>
            <a:r>
              <a:rPr lang="zh-CN" altLang="en-US" sz="2400" b="1" dirty="0">
                <a:latin typeface="+mn-ea"/>
              </a:rPr>
              <a:t>基本插件安装：</a:t>
            </a:r>
            <a:r>
              <a:rPr lang="en-US" altLang="zh-CN" sz="2400" b="1" dirty="0">
                <a:latin typeface="+mn-ea"/>
              </a:rPr>
              <a:t>Chinese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Python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 err="1">
                <a:solidFill>
                  <a:schemeClr val="accent3"/>
                </a:solidFill>
                <a:latin typeface="+mn-ea"/>
              </a:rPr>
              <a:t>Jupyter</a:t>
            </a:r>
            <a:endParaRPr lang="en-US" altLang="zh-CN" sz="2400" b="1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DCC5BE-092F-4FC3-8ACA-811C1F104B64}"/>
              </a:ext>
            </a:extLst>
          </p:cNvPr>
          <p:cNvSpPr/>
          <p:nvPr/>
        </p:nvSpPr>
        <p:spPr>
          <a:xfrm>
            <a:off x="3667578" y="4577022"/>
            <a:ext cx="5421714" cy="1227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https://www.python.org/downloads/windows/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dirty="0"/>
              <a:t>https://code.visualstudio.com/Download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 descr="54ab1a47-2c89-438e-a724-553c73d82f47">
            <a:extLst>
              <a:ext uri="{FF2B5EF4-FFF2-40B4-BE49-F238E27FC236}">
                <a16:creationId xmlns:a16="http://schemas.microsoft.com/office/drawing/2014/main" id="{80823BA0-D5C1-8DDE-C853-A3E7C431C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165" y="258495"/>
            <a:ext cx="2707545" cy="636813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知识点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932D59-B18A-411B-A25E-B3085E98E3B4}"/>
              </a:ext>
            </a:extLst>
          </p:cNvPr>
          <p:cNvSpPr/>
          <p:nvPr/>
        </p:nvSpPr>
        <p:spPr>
          <a:xfrm>
            <a:off x="3563816" y="1111326"/>
            <a:ext cx="6049107" cy="5012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✅ 变量和数据类型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数据结构（列表、元组、字典、集合</a:t>
            </a:r>
            <a:r>
              <a:rPr lang="en-US" altLang="zh-CN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控制流（</a:t>
            </a:r>
            <a:r>
              <a:rPr lang="en-US" altLang="zh-CN" sz="2400" dirty="0"/>
              <a:t>if</a:t>
            </a:r>
            <a:r>
              <a:rPr lang="zh-CN" altLang="en-US" sz="2400" dirty="0"/>
              <a:t>、</a:t>
            </a:r>
            <a:r>
              <a:rPr lang="en-US" altLang="zh-CN" sz="2400" dirty="0"/>
              <a:t>for</a:t>
            </a:r>
            <a:r>
              <a:rPr lang="zh-CN" altLang="en-US" sz="2400" dirty="0"/>
              <a:t>、</a:t>
            </a:r>
            <a:r>
              <a:rPr lang="en-US" altLang="zh-CN" sz="2400" dirty="0"/>
              <a:t>while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函数定义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类和面向对象</a:t>
            </a:r>
            <a:r>
              <a:rPr lang="en-US" altLang="zh-CN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异常处理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文件操作</a:t>
            </a:r>
            <a:r>
              <a:rPr lang="en-US" altLang="zh-CN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模块导入</a:t>
            </a:r>
            <a:r>
              <a:rPr lang="en-US" altLang="zh-CN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✅ </a:t>
            </a:r>
            <a:r>
              <a:rPr lang="zh-CN" altLang="en-US" sz="2400" dirty="0"/>
              <a:t>综合示例</a:t>
            </a:r>
          </a:p>
        </p:txBody>
      </p:sp>
    </p:spTree>
    <p:extLst>
      <p:ext uri="{BB962C8B-B14F-4D97-AF65-F5344CB8AC3E}">
        <p14:creationId xmlns:p14="http://schemas.microsoft.com/office/powerpoint/2010/main" val="17522067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A5478"/>
      </a:accent1>
      <a:accent2>
        <a:srgbClr val="0F69A2"/>
      </a:accent2>
      <a:accent3>
        <a:srgbClr val="EE892D"/>
      </a:accent3>
      <a:accent4>
        <a:srgbClr val="F1C337"/>
      </a:accent4>
      <a:accent5>
        <a:srgbClr val="590800"/>
      </a:accent5>
      <a:accent6>
        <a:srgbClr val="02325F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4533</TotalTime>
  <Words>107</Words>
  <Application>Microsoft Office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Designed by iSlide</vt:lpstr>
      <vt:lpstr>机器人建模与控制仿真</vt:lpstr>
      <vt:lpstr>准备工作</vt:lpstr>
      <vt:lpstr>知识点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机器人建模与控制仿真</dc:title>
  <dc:creator>iSlide</dc:creator>
  <cp:lastModifiedBy>bitwsk@163.com</cp:lastModifiedBy>
  <cp:revision>79</cp:revision>
  <cp:lastPrinted>2024-01-29T00:00:00Z</cp:lastPrinted>
  <dcterms:created xsi:type="dcterms:W3CDTF">2024-01-29T00:00:00Z</dcterms:created>
  <dcterms:modified xsi:type="dcterms:W3CDTF">2026-03-06T02:39:22Z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5ab2b3fa-008a-4e66-9396-7501592bd7d7</vt:lpwstr>
  </property>
</Properties>
</file>